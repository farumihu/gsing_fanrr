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13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44E143-8175-0D98-AE48-A0746226B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253806F-1B9D-CFE9-C736-D25FFA561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C2FAD1-AB6B-D3BC-3406-3067B636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BFEC-7BE6-46CF-A974-64F62A955E20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0F12A8-22E0-FC24-DAC8-F3BAF0C73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152245-B4A3-C39D-1D4A-FEB796296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2BA-4E38-4A59-891D-04B9533C6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97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E43827-C81B-60DF-15B3-C915D913E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697C85-3F3A-4839-1D4C-05D6F5E91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E6C764-ECA5-C1CA-2F7A-236502481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BFEC-7BE6-46CF-A974-64F62A955E20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FE3F2C-5413-DB7B-89A7-C485945E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41E279-0BE1-6DDC-7868-C3CF9A2DA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2BA-4E38-4A59-891D-04B9533C6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35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7B1448-433C-7FC4-6465-288BAF50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77C2AC-388B-F6DD-782C-F791CF7FB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C3EBD1-0B65-79A5-11C5-5914F87E3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BFEC-7BE6-46CF-A974-64F62A955E20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37C5BA-D796-8101-AF3B-732B2AEF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277F0B-107A-7E70-63BA-B416D6303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2BA-4E38-4A59-891D-04B9533C6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19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4E7C7-8550-C635-1735-F66B58E6F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4DFC15-361B-F118-1FFD-CA2AFAD767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E08644-A3D6-75C6-42FC-3AE1B3ECF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83BC21-9BA5-7A12-362B-503C60782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BFEC-7BE6-46CF-A974-64F62A955E20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B465F0-3A7F-310E-6F8F-F7955A2C8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683E23-2C16-B37B-9094-9EDD2964B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2BA-4E38-4A59-891D-04B9533C6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147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CD82D8-DF56-2CBB-0867-DCF587726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A67666-F3D9-9A05-9471-CD62B9FB9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8FDEEE-0EC7-3559-7297-8ABC7921C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4E6EEC2-5F0B-6C8A-EB1C-7E53287DE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93277E-9341-FDE2-3C9D-18959AE7E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B303BD-E49C-0948-40F3-834E0CFCF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BFEC-7BE6-46CF-A974-64F62A955E20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14CB1D-018D-E179-B5EA-225F9867E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D56C8A-41D1-B119-AC5B-42DA8EDCD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2BA-4E38-4A59-891D-04B9533C6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1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B595C7-9261-6BBE-BDAB-9F70CBD35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5C5886-2BEB-C987-9760-B7BE5AA70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BFEC-7BE6-46CF-A974-64F62A955E20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227A57-1836-1582-3577-B879BF098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C75377-B0FC-098B-7917-D3418A190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2BA-4E38-4A59-891D-04B9533C6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8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C0DF2E-5592-0605-FF7F-D7FA9B70C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BFEC-7BE6-46CF-A974-64F62A955E20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492A15-2C23-B81A-9245-49F655FF5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89B626-1497-A6B1-65DD-65911358E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2BA-4E38-4A59-891D-04B9533C6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46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39C42B-E414-426F-B540-1755A1DD2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F01705-26EE-1014-D32D-C508EDF41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C2750C-F02A-8305-C674-491BCBCC8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035605-6B60-6EDD-62C9-594F9C380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BFEC-7BE6-46CF-A974-64F62A955E20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52926A-DB94-2894-C6D9-78D57194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855828-5FA9-0D26-FCB5-DCF5CB1DD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2BA-4E38-4A59-891D-04B9533C6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210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1B125-66C7-D510-C03C-D0624E65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5C1455-ACCB-3D27-F8D5-0A0E721F2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E8D053-F15A-3459-F8BC-A7204D78F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A1DF09-5F97-2C1C-407C-BAEB128C0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BFEC-7BE6-46CF-A974-64F62A955E20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A9C870-1C2B-A38B-6245-6A85F9FC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ADAADE-C5CD-12F1-7CE7-891D51690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2BA-4E38-4A59-891D-04B9533C6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89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0F5E1-1732-E5DF-B5FA-2599FA218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871367-5D8D-6E39-1A95-C98A4BA1A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1E4825-B308-B9AA-2123-66C03E249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BFEC-7BE6-46CF-A974-64F62A955E20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CD2242-7732-1DF8-0E61-0D6A4C3A8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597B8E-B6A7-96E4-FE1D-FC7DD39B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2BA-4E38-4A59-891D-04B9533C6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951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D8AAF9-F745-2D1F-98DC-39292BADC7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776BAE-C5B6-B071-C9BA-23875EE24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593209-2DF1-DF95-94E7-571BCBD9F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FBFEC-7BE6-46CF-A974-64F62A955E20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9806F5-B8B5-FE66-0114-E633D83C8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03B312-F5EE-A596-32C4-48BF21BE0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42BA-4E38-4A59-891D-04B9533C6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68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61D90CF-E725-84E4-1943-EF92F72D6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31F0DC-14B7-3538-A0BE-A2DC87F70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92BAF-0AAE-7640-8C54-DDBF64B63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FBFEC-7BE6-46CF-A974-64F62A955E20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A2EC9-2B20-D8B3-AC74-9C9063099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BAC052-8C90-557E-C19A-DE70342E5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E42BA-4E38-4A59-891D-04B9533C6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984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E0CC9D0-2F27-C541-10CA-D69115BD9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962" y="1041889"/>
            <a:ext cx="5549922" cy="55308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4C64692-8FF1-666F-82E2-B24EEAD58481}"/>
              </a:ext>
            </a:extLst>
          </p:cNvPr>
          <p:cNvSpPr txBox="1"/>
          <p:nvPr/>
        </p:nvSpPr>
        <p:spPr>
          <a:xfrm>
            <a:off x="422031" y="125046"/>
            <a:ext cx="11269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GSing</a:t>
            </a:r>
            <a:r>
              <a:rPr lang="zh-CN" altLang="en-US" sz="5400" dirty="0">
                <a:latin typeface="宋体" panose="02010600030101010101" pitchFamily="2" charset="-122"/>
                <a:ea typeface="宋体" panose="02010600030101010101" pitchFamily="2" charset="-122"/>
              </a:rPr>
              <a:t>战队</a:t>
            </a:r>
            <a:r>
              <a:rPr lang="en-US" altLang="zh-CN" sz="5400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春季学期第二次会议</a:t>
            </a:r>
            <a:endParaRPr lang="en-US" altLang="zh-CN" sz="4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7742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3AA80-9FE9-3F9A-BA03-52EAB1E03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58937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会议议程如下</a:t>
            </a:r>
            <a:r>
              <a:rPr lang="zh-CN" altLang="en-US" dirty="0"/>
              <a:t>：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sz="3600" dirty="0"/>
              <a:t>1</a:t>
            </a:r>
            <a:r>
              <a:rPr lang="zh-CN" altLang="en-US" sz="3600" dirty="0"/>
              <a:t>，调整战队接下来的工作模式</a:t>
            </a:r>
            <a:br>
              <a:rPr lang="en-US" altLang="zh-CN" sz="3600" dirty="0"/>
            </a:br>
            <a:r>
              <a:rPr lang="en-US" altLang="zh-CN" sz="3600" dirty="0"/>
              <a:t>2</a:t>
            </a:r>
            <a:r>
              <a:rPr lang="zh-CN" altLang="en-US" sz="3600" dirty="0"/>
              <a:t>，队内各人员的权责确认</a:t>
            </a:r>
            <a:br>
              <a:rPr lang="en-US" altLang="zh-CN" sz="3600" dirty="0"/>
            </a:br>
            <a:r>
              <a:rPr lang="en-US" altLang="zh-CN" sz="3600" dirty="0"/>
              <a:t>3</a:t>
            </a:r>
            <a:r>
              <a:rPr lang="zh-CN" altLang="en-US" sz="3600" dirty="0"/>
              <a:t>，机械组的下一步安排</a:t>
            </a:r>
            <a:br>
              <a:rPr lang="en-US" altLang="zh-CN" sz="3600" dirty="0"/>
            </a:br>
            <a:r>
              <a:rPr lang="en-US" altLang="zh-CN" sz="3600" dirty="0"/>
              <a:t>4</a:t>
            </a:r>
            <a:r>
              <a:rPr lang="zh-CN" altLang="en-US" sz="3600" dirty="0"/>
              <a:t>，关于“中国机器人大赛”</a:t>
            </a:r>
          </a:p>
        </p:txBody>
      </p:sp>
    </p:spTree>
    <p:extLst>
      <p:ext uri="{BB962C8B-B14F-4D97-AF65-F5344CB8AC3E}">
        <p14:creationId xmlns:p14="http://schemas.microsoft.com/office/powerpoint/2010/main" val="2095408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857A5A-3A8F-BF47-4483-4F26EE482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1</a:t>
            </a:r>
            <a:r>
              <a:rPr lang="zh-CN" altLang="en-US" sz="4000" b="1" dirty="0"/>
              <a:t>，调整战队原本的工作模式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6D0EB2C-8EFC-3871-FD7A-C85F08D3E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045" y="1845166"/>
            <a:ext cx="6599539" cy="4505019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36F438D-B467-CB86-B4A4-DC069516A85F}"/>
              </a:ext>
            </a:extLst>
          </p:cNvPr>
          <p:cNvSpPr txBox="1"/>
          <p:nvPr/>
        </p:nvSpPr>
        <p:spPr>
          <a:xfrm>
            <a:off x="461176" y="1602154"/>
            <a:ext cx="33058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我基于自己对工作布置的理解与反馈：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2793AC-E4D1-5877-BD8C-0FE6326A96E2}"/>
              </a:ext>
            </a:extLst>
          </p:cNvPr>
          <p:cNvSpPr txBox="1"/>
          <p:nvPr/>
        </p:nvSpPr>
        <p:spPr>
          <a:xfrm>
            <a:off x="1177243" y="1024554"/>
            <a:ext cx="72477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但是效果不佳，反思之后得到以下认识：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8E62FE1-9B24-F8E6-5E87-62A027BED0F7}"/>
              </a:ext>
            </a:extLst>
          </p:cNvPr>
          <p:cNvSpPr txBox="1"/>
          <p:nvPr/>
        </p:nvSpPr>
        <p:spPr>
          <a:xfrm>
            <a:off x="1821305" y="2571650"/>
            <a:ext cx="917398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   1,</a:t>
            </a:r>
            <a:r>
              <a:rPr lang="zh-CN" altLang="en-US" sz="3200" dirty="0"/>
              <a:t>我单向地布置任务，把自己置于一个“伪全知”的位置，实际上根本就是外行指挥外行</a:t>
            </a:r>
            <a:endParaRPr lang="en-US" altLang="zh-CN" sz="3200" dirty="0"/>
          </a:p>
          <a:p>
            <a:r>
              <a:rPr lang="en-US" altLang="zh-CN" sz="3200" dirty="0"/>
              <a:t>   2</a:t>
            </a:r>
            <a:r>
              <a:rPr lang="zh-CN" altLang="en-US" sz="3200" dirty="0"/>
              <a:t>，一味地为了任务而布置任务，实际上自己对任务难度的评估仅停留在“我觉得”阶段，阻碍了任务的可完成性</a:t>
            </a:r>
            <a:endParaRPr lang="en-US" altLang="zh-CN" sz="3200" dirty="0"/>
          </a:p>
          <a:p>
            <a:r>
              <a:rPr lang="en-US" altLang="zh-CN" sz="3200" dirty="0"/>
              <a:t>   3</a:t>
            </a:r>
            <a:r>
              <a:rPr lang="zh-CN" altLang="en-US" sz="3200" dirty="0"/>
              <a:t>，没有完整的造狗经验，对任务节点的把握没有深刻认知，更别谈领导大家顺利地走向全国赛场</a:t>
            </a:r>
            <a:endParaRPr lang="en-US" altLang="zh-CN" sz="3200" dirty="0"/>
          </a:p>
          <a:p>
            <a:r>
              <a:rPr lang="en-US" altLang="zh-CN" sz="3200" dirty="0"/>
              <a:t>   4</a:t>
            </a:r>
            <a:r>
              <a:rPr lang="zh-CN" altLang="en-US" sz="3200" dirty="0"/>
              <a:t>，各自进行的工作分散（既是内容，也是时间）</a:t>
            </a:r>
          </a:p>
        </p:txBody>
      </p:sp>
    </p:spTree>
    <p:extLst>
      <p:ext uri="{BB962C8B-B14F-4D97-AF65-F5344CB8AC3E}">
        <p14:creationId xmlns:p14="http://schemas.microsoft.com/office/powerpoint/2010/main" val="339029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72434-E932-F9FB-C57E-E38965E32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9550"/>
            <a:ext cx="3801256" cy="1325563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改变的内容建议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2A12A8-402E-8E0E-6D6A-A894A9BE95DA}"/>
              </a:ext>
            </a:extLst>
          </p:cNvPr>
          <p:cNvSpPr txBox="1"/>
          <p:nvPr/>
        </p:nvSpPr>
        <p:spPr>
          <a:xfrm>
            <a:off x="457200" y="1004342"/>
            <a:ext cx="1124262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     </a:t>
            </a:r>
            <a:r>
              <a:rPr lang="en-US" altLang="zh-CN" sz="3200" b="1" dirty="0"/>
              <a:t>1</a:t>
            </a:r>
            <a:r>
              <a:rPr lang="zh-CN" altLang="en-US" sz="2800" dirty="0"/>
              <a:t>，一人专制</a:t>
            </a:r>
            <a:r>
              <a:rPr lang="en-US" altLang="zh-CN" sz="2800" dirty="0">
                <a:sym typeface="Wingdings" panose="05000000000000000000" pitchFamily="2" charset="2"/>
              </a:rPr>
              <a:t></a:t>
            </a:r>
            <a:r>
              <a:rPr lang="zh-CN" altLang="en-US" sz="2800" dirty="0">
                <a:sym typeface="Wingdings" panose="05000000000000000000" pitchFamily="2" charset="2"/>
              </a:rPr>
              <a:t>核心集团出策，合理部署阶段性任务；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r>
              <a:rPr lang="en-US" altLang="zh-CN" sz="2800" dirty="0">
                <a:sym typeface="Wingdings" panose="05000000000000000000" pitchFamily="2" charset="2"/>
              </a:rPr>
              <a:t>      </a:t>
            </a:r>
            <a:r>
              <a:rPr lang="en-US" altLang="zh-CN" sz="3200" b="1" dirty="0">
                <a:sym typeface="Wingdings" panose="05000000000000000000" pitchFamily="2" charset="2"/>
              </a:rPr>
              <a:t>2</a:t>
            </a:r>
            <a:r>
              <a:rPr lang="zh-CN" altLang="en-US" sz="2800" dirty="0">
                <a:sym typeface="Wingdings" panose="05000000000000000000" pitchFamily="2" charset="2"/>
              </a:rPr>
              <a:t>，请大家围绕战队的精神核心，把力量进行集中于一个难题、一个项目；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r>
              <a:rPr lang="en-US" altLang="zh-CN" sz="2800" dirty="0"/>
              <a:t>      </a:t>
            </a:r>
            <a:r>
              <a:rPr lang="en-US" altLang="zh-CN" sz="3200" b="1" dirty="0"/>
              <a:t>3</a:t>
            </a:r>
            <a:r>
              <a:rPr lang="zh-CN" altLang="en-US" sz="2800" dirty="0"/>
              <a:t>，我加入到电控组，参与面对电控的任务内容，只有这样之后再参与任务的布置，才能做到对战队负责（这</a:t>
            </a:r>
            <a:r>
              <a:rPr lang="zh-CN" altLang="en-US" sz="2800"/>
              <a:t>一点不会只是</a:t>
            </a:r>
            <a:r>
              <a:rPr lang="zh-CN" altLang="en-US" sz="2800" dirty="0"/>
              <a:t>建议）；</a:t>
            </a:r>
            <a:endParaRPr lang="en-US" altLang="zh-CN" sz="2800" dirty="0"/>
          </a:p>
          <a:p>
            <a:r>
              <a:rPr lang="en-US" altLang="zh-CN" sz="2800" dirty="0"/>
              <a:t>     </a:t>
            </a:r>
            <a:r>
              <a:rPr lang="en-US" altLang="zh-CN" sz="3200" b="1" dirty="0"/>
              <a:t> 4</a:t>
            </a:r>
            <a:r>
              <a:rPr lang="zh-CN" altLang="en-US" sz="2800" dirty="0"/>
              <a:t>，严格安排工作时间、地点。请求大家务必把战队工作的优先级提高一些（好歹也是和</a:t>
            </a:r>
            <a:r>
              <a:rPr lang="en-US" altLang="zh-CN" sz="2800" dirty="0" err="1"/>
              <a:t>robomaster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robocon</a:t>
            </a:r>
            <a:r>
              <a:rPr lang="zh-CN" altLang="en-US" sz="2800" dirty="0"/>
              <a:t>主赛同级别、同含金量的国赛），更别以作业、组会为理由推掉集体的工作时间，虽说以完成任务为考核，但是就之前来看，都效果不佳；</a:t>
            </a:r>
            <a:endParaRPr lang="en-US" altLang="zh-CN" sz="2800" dirty="0"/>
          </a:p>
          <a:p>
            <a:r>
              <a:rPr lang="en-US" altLang="zh-CN" sz="2800" dirty="0"/>
              <a:t>      </a:t>
            </a:r>
            <a:r>
              <a:rPr lang="en-US" altLang="zh-CN" sz="3200" b="1" dirty="0"/>
              <a:t>5</a:t>
            </a:r>
            <a:r>
              <a:rPr lang="zh-CN" altLang="en-US" sz="2800" dirty="0"/>
              <a:t>，更严苛的要求，必定有对应的激励做辅助：只要完成节点任务并达成考核要求，那直到下一任务开始，全是自由时间；</a:t>
            </a:r>
          </a:p>
        </p:txBody>
      </p:sp>
    </p:spTree>
    <p:extLst>
      <p:ext uri="{BB962C8B-B14F-4D97-AF65-F5344CB8AC3E}">
        <p14:creationId xmlns:p14="http://schemas.microsoft.com/office/powerpoint/2010/main" val="3871315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4D2BA-2171-0E29-3175-EC663D94D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2</a:t>
            </a:r>
            <a:r>
              <a:rPr lang="zh-CN" altLang="en-US" sz="4000" b="1" dirty="0"/>
              <a:t>，队内各人员的权责确认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C0457C-DF2D-A664-97BA-76866B9B9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" y="1253330"/>
            <a:ext cx="11891838" cy="53939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     队长：范睿锐。在现阶段，过问几乎所有大小事宜，战队第一责任人；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财务：朱宸。在现阶段，统计、收集全部战队费用，与交创制造中心建立联系；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en-US" dirty="0"/>
              <a:t>宣运：张航铭。在现阶段，收集战队前期可宣传的资料，发掘战队精神内核，想办法提高战队知名度，提议合理的战队假期；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en-US" dirty="0"/>
              <a:t>技术组组长：唐涛、荣浩钧。在现阶段，理应掌握更深的相应技术，对组员工作内容负责，建立榜样作用；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     </a:t>
            </a:r>
            <a:r>
              <a:rPr lang="zh-CN" altLang="en-US" b="1" dirty="0"/>
              <a:t>战队中坚守下来的人：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dirty="0"/>
              <a:t>     学东西的目的是解决问题，不要本末倒置。但同既然解决了问题，那么相应的技术能力当然会提高；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请怀揣信心，并力及实处，因为大家那么久的坚持，这个战队的建立，已然不是某个不知名的闹剧了。</a:t>
            </a:r>
          </a:p>
        </p:txBody>
      </p:sp>
    </p:spTree>
    <p:extLst>
      <p:ext uri="{BB962C8B-B14F-4D97-AF65-F5344CB8AC3E}">
        <p14:creationId xmlns:p14="http://schemas.microsoft.com/office/powerpoint/2010/main" val="4125457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B34BD-1D33-9129-A00F-CC4990717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3</a:t>
            </a:r>
            <a:r>
              <a:rPr lang="zh-CN" altLang="en-US" sz="4000" b="1" dirty="0"/>
              <a:t>，机械组的下一步安排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AD9864-1D92-68B5-7F2E-C83CDC374509}"/>
              </a:ext>
            </a:extLst>
          </p:cNvPr>
          <p:cNvSpPr txBox="1"/>
          <p:nvPr/>
        </p:nvSpPr>
        <p:spPr>
          <a:xfrm>
            <a:off x="0" y="1325563"/>
            <a:ext cx="12191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2800" dirty="0"/>
              <a:t>自下周二之后，机械组就可以随时响应电控组的进度进行整机装配了，那随之而来的就是下一代结构的设计</a:t>
            </a:r>
            <a:r>
              <a:rPr lang="en-US" altLang="zh-CN" sz="2800" dirty="0"/>
              <a:t>;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08F0EF-8F8E-4902-47DF-357CE019B283}"/>
              </a:ext>
            </a:extLst>
          </p:cNvPr>
          <p:cNvSpPr txBox="1"/>
          <p:nvPr/>
        </p:nvSpPr>
        <p:spPr>
          <a:xfrm>
            <a:off x="-1" y="227530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   但在开启下一赛季的结构设计之前，还有细碎的协助电控组的任务</a:t>
            </a:r>
            <a:r>
              <a:rPr lang="en-US" altLang="zh-CN" sz="2800" dirty="0"/>
              <a:t>;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9576A1-FBFC-BBDF-000D-82E8AD252C2A}"/>
              </a:ext>
            </a:extLst>
          </p:cNvPr>
          <p:cNvSpPr txBox="1"/>
          <p:nvPr/>
        </p:nvSpPr>
        <p:spPr>
          <a:xfrm>
            <a:off x="1" y="2798520"/>
            <a:ext cx="121919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   与交创的老师对接，邀请开展对整个机械组的金工培训。并询问其他战队负责人，是否需要针对战队成员</a:t>
            </a:r>
            <a:r>
              <a:rPr lang="en-US" altLang="zh-CN" sz="2800" dirty="0"/>
              <a:t>/</a:t>
            </a:r>
            <a:r>
              <a:rPr lang="zh-CN" altLang="en-US" sz="2800" dirty="0"/>
              <a:t>明月班同学的基础金工培训。同样还要尽量找到，可以获取在制造中心随时使用仪器的途径。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3FC82D5-C37A-43E4-BF09-EF31C9DC9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035" y="3775197"/>
            <a:ext cx="2601082" cy="282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0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886A1-2078-BB89-8280-B69D23F6C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4</a:t>
            </a:r>
            <a:r>
              <a:rPr lang="zh-CN" altLang="en-US" sz="4000" b="1" dirty="0"/>
              <a:t>，关于“中国机器人大赛”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1974E9-4897-589C-EF5B-7B9CDBD56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294" y="1343818"/>
            <a:ext cx="2684929" cy="10049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000" b="1" dirty="0"/>
              <a:t>中型组：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E08A82-EA34-8FEB-7F29-392835739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88" y="18255"/>
            <a:ext cx="7827990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2F76896-D6A9-DA61-29CC-D6F609CE2CBE}"/>
              </a:ext>
            </a:extLst>
          </p:cNvPr>
          <p:cNvSpPr txBox="1"/>
          <p:nvPr/>
        </p:nvSpPr>
        <p:spPr>
          <a:xfrm>
            <a:off x="174125" y="2115047"/>
            <a:ext cx="1812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小型组：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C4FC36-27F4-27A0-F8E7-C136ADC90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372" y="0"/>
            <a:ext cx="75752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6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678</Words>
  <Application>Microsoft Office PowerPoint</Application>
  <PresentationFormat>宽屏</PresentationFormat>
  <Paragraphs>30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宋体</vt:lpstr>
      <vt:lpstr>Arial</vt:lpstr>
      <vt:lpstr>Wingdings</vt:lpstr>
      <vt:lpstr>Office 主题​​</vt:lpstr>
      <vt:lpstr>PowerPoint 演示文稿</vt:lpstr>
      <vt:lpstr>会议议程如下：  1，调整战队接下来的工作模式 2，队内各人员的权责确认 3，机械组的下一步安排 4，关于“中国机器人大赛”</vt:lpstr>
      <vt:lpstr>1，调整战队原本的工作模式</vt:lpstr>
      <vt:lpstr>改变的内容建议：</vt:lpstr>
      <vt:lpstr>2，队内各人员的权责确认</vt:lpstr>
      <vt:lpstr>3，机械组的下一步安排</vt:lpstr>
      <vt:lpstr>4，关于“中国机器人大赛”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范睿锐 范</dc:creator>
  <cp:lastModifiedBy>范睿锐 范</cp:lastModifiedBy>
  <cp:revision>4</cp:revision>
  <dcterms:created xsi:type="dcterms:W3CDTF">2025-02-28T15:23:43Z</dcterms:created>
  <dcterms:modified xsi:type="dcterms:W3CDTF">2025-03-01T03:03:16Z</dcterms:modified>
</cp:coreProperties>
</file>